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C3192-6893-ADCC-DFEE-3E894E696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414AA9-E1EA-C386-B246-DDEEC802CD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C27B8-60A3-0D68-D774-9C7FC6B8E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DDE9-EC25-41AE-97B5-38635A980C4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75E54-562A-9448-3EDF-1942146C0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D35DA-CB22-DFAD-0072-E8703778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3476A-7E70-4AAE-9878-F5209D935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0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B09F8-F13D-07F9-4454-DF7CA82F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A3C80-5E1F-A0B9-FEEC-143CD97D4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D6258-81D3-5AC5-5E93-DB6B12F8A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DDE9-EC25-41AE-97B5-38635A980C4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0BC06-CBE7-050D-3AA7-BB449B702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2D5FF-DF82-FF94-4E14-BAADD20A4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3476A-7E70-4AAE-9878-F5209D935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60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24D6B-330D-3074-A12D-CBF80C35E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C5E6D-7407-3070-886E-FDCA6D375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02219-EACF-FDB7-09C4-131D94C57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DDE9-EC25-41AE-97B5-38635A980C4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CD69C-064F-4FED-B05F-6A7E4B695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8A3E0-1D16-4FDE-3EE5-BF31B26F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3476A-7E70-4AAE-9878-F5209D935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23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C2157-6BED-FD9B-2EE0-6DA4969A8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78D42-1AC9-DCCF-EE69-32005780EB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FB8246-D644-D8F9-0F30-15D085177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6E99B-A09B-9965-39AD-5EB53605E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DDE9-EC25-41AE-97B5-38635A980C4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A828A-2E7E-0CE1-D6D9-49BFBF242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90C16-10EF-7D9F-EE1B-562F62235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3476A-7E70-4AAE-9878-F5209D935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869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07036-438B-67E6-2E53-40FAB8ECC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78B2D-A3BF-C9C9-512F-FAEB32527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78690-D16D-65EF-138C-DEF732B71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47882-92E9-6767-28D7-E3C39788A5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C87795-B453-4CE8-83CD-6A3135EA67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9EC780-7F77-8FB4-9B73-D5AE48E47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DDE9-EC25-41AE-97B5-38635A980C4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46704F-5EE2-B8EF-2295-ADB711082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3285BC-C907-81E9-87D4-8DBDF662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3476A-7E70-4AAE-9878-F5209D935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16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A322F-18E6-C792-1663-E48D764E7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1D6EEC-67C7-2C87-4C2D-3B8A1FDA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DDE9-EC25-41AE-97B5-38635A980C4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66CAE-9165-7E00-8190-371BD0120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E7CEDB-2D27-8014-CCB7-C9760C280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3476A-7E70-4AAE-9878-F5209D935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92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D4A187-4657-C9DC-D398-43FCD8BDB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DDE9-EC25-41AE-97B5-38635A980C4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7F98C9-462B-EE0D-93D0-A46F092FA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63537-A0FA-5BC1-87A1-28F6C7F49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3476A-7E70-4AAE-9878-F5209D935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571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B7657-7FC6-3F81-42E4-E94EFC159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2461B-60DE-DC0F-949A-D2A4B7921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82128-7BDA-AE3C-5D35-AF05A92FB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7648E-9ED2-0DED-E923-091B9BF99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DDE9-EC25-41AE-97B5-38635A980C4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9FCDA-DEA8-68DD-2D57-5A85C7BC4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3346C-DA0A-A3DE-5DA4-870AD2913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3476A-7E70-4AAE-9878-F5209D935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73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EF326-4036-329C-4796-FFE79A423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F4F85-3123-B5A4-EBE7-F6B2361A65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431C7-933F-5C5B-8DF9-207355926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9F9D4-8C35-5FE3-1965-6B7BA4567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DDE9-EC25-41AE-97B5-38635A980C4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1B5C0C-3F2C-5197-9517-67CB8A5D9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5B75A-ED96-DEA4-FD6E-6F44B966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3476A-7E70-4AAE-9878-F5209D935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47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63042-E279-8181-5079-0E5F4C5AE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0B637-96DD-34BA-2E5D-B88DCBF0C9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FAC16-97AA-8B91-C852-FCB77C1FD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DDE9-EC25-41AE-97B5-38635A980C4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2350C-6CFF-775B-78DB-6F129D4EC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8CDAE-C4BC-978E-1BD7-E9AC52356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3476A-7E70-4AAE-9878-F5209D935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279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B57E64-8961-87F9-5370-5E2D0EAB88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D6571-21E8-1477-1161-15109B045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F2C1D-FE1E-2C11-9093-AC117769D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0DDE9-EC25-41AE-97B5-38635A980C4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32012-2027-BC4C-163B-011BC7A8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4AA88-64DE-FDDE-3572-BA858AF83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3476A-7E70-4AAE-9878-F5209D935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7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9B47EC-C5BF-545F-58FB-E2B226270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6B083-7E42-9DA0-56A3-E3721AC53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C5C05-0BD3-C3AE-C0A2-BF32934A2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0DDE9-EC25-41AE-97B5-38635A980C4C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951CF-6EE0-3A6F-0801-47C5CF855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BFF15-DEF3-5D86-B831-0BEB5C7F1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F3476A-7E70-4AAE-9878-F5209D935F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94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7AB0-F777-9B6D-B9C4-2ADF3B3E03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E52C83-731F-0954-DD29-81691F206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914"/>
            <a:ext cx="12192000" cy="667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264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D5EC78-4959-6AE2-C001-2AA14CA899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14712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FC6CEB-C5DE-F8F3-1BC1-D506C05AF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322701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A4BA51-57A4-110B-A557-0F89488C2E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88354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555802-93B7-5778-EE66-67E14D790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3366"/>
            <a:ext cx="12192000" cy="6754633"/>
          </a:xfrm>
        </p:spPr>
      </p:pic>
    </p:spTree>
    <p:extLst>
      <p:ext uri="{BB962C8B-B14F-4D97-AF65-F5344CB8AC3E}">
        <p14:creationId xmlns:p14="http://schemas.microsoft.com/office/powerpoint/2010/main" val="1953304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6CF9D9-7182-1B8E-EBBE-84BBDBDE3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685220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6BFDD2-7486-75EF-AFD3-48B8829D0B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33690" cy="6857999"/>
          </a:xfrm>
        </p:spPr>
      </p:pic>
    </p:spTree>
    <p:extLst>
      <p:ext uri="{BB962C8B-B14F-4D97-AF65-F5344CB8AC3E}">
        <p14:creationId xmlns:p14="http://schemas.microsoft.com/office/powerpoint/2010/main" val="1002971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7CB870-5B59-774A-C2D1-1D26B6AB51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1075873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CFBA64-7D5B-C8D8-916E-E30B0EB58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112368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98253A-026F-A009-573C-85F2A0FFA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76147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9CEFA7-3294-9593-150F-277E469535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33690" cy="6858000"/>
          </a:xfrm>
        </p:spPr>
      </p:pic>
    </p:spTree>
    <p:extLst>
      <p:ext uri="{BB962C8B-B14F-4D97-AF65-F5344CB8AC3E}">
        <p14:creationId xmlns:p14="http://schemas.microsoft.com/office/powerpoint/2010/main" val="4169301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848CBC-C863-5443-6F64-6967CB8DFC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563" y="0"/>
            <a:ext cx="12062128" cy="6858000"/>
          </a:xfrm>
        </p:spPr>
      </p:pic>
    </p:spTree>
    <p:extLst>
      <p:ext uri="{BB962C8B-B14F-4D97-AF65-F5344CB8AC3E}">
        <p14:creationId xmlns:p14="http://schemas.microsoft.com/office/powerpoint/2010/main" val="232436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118BA1-DF38-2F26-B8EE-433E241E0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55110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F04D55-F621-1BAF-F3CE-83EB40FFF2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10763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4A3BED-2781-7B86-37C1-1865378B1A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17233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26BDE7-EEFC-7BF0-D7B2-FB594F1A75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737232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ECD288-7416-40DD-9E30-0B4D752D1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3366"/>
            <a:ext cx="12191999" cy="6754633"/>
          </a:xfrm>
        </p:spPr>
      </p:pic>
    </p:spTree>
    <p:extLst>
      <p:ext uri="{BB962C8B-B14F-4D97-AF65-F5344CB8AC3E}">
        <p14:creationId xmlns:p14="http://schemas.microsoft.com/office/powerpoint/2010/main" val="2514321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Surya Mani Verma</dc:creator>
  <cp:lastModifiedBy>Surya Mani Verma</cp:lastModifiedBy>
  <cp:revision>5</cp:revision>
  <dcterms:created xsi:type="dcterms:W3CDTF">2026-04-16T04:15:32Z</dcterms:created>
  <dcterms:modified xsi:type="dcterms:W3CDTF">2026-04-16T04:24:17Z</dcterms:modified>
</cp:coreProperties>
</file>
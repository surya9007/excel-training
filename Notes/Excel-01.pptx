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59" r:id="rId7"/>
    <p:sldId id="266" r:id="rId8"/>
    <p:sldId id="260" r:id="rId9"/>
    <p:sldId id="258" r:id="rId10"/>
    <p:sldId id="257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925B2-1D0C-B912-BE20-5FADBA028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14A7-EFFB-4FB2-EE3F-AB04DB1B5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66E1B-07FD-9CA7-612F-EEB195478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430D-944B-45EF-835F-C600ECEA440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D9C2-4A15-8A9A-8C1C-CE8C1AFDA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8A056-C17A-EE54-4512-F5FFC3B4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D2AE-41B1-422F-A962-A0B46AAA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97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C330A-C71B-04C5-7CB3-505269F75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4A524-4698-75D0-4250-93C820E57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4623D-B034-10D4-4A8E-6F3D1EBE8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430D-944B-45EF-835F-C600ECEA440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E3E6-AD20-3340-969D-BF698B90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EB5CE-DEEB-F773-90EB-D3206FB3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D2AE-41B1-422F-A962-A0B46AAA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219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14CB0-B6D9-A18D-DC1D-21F7010E5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BFBF1-685B-2862-445A-6935FCB49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B8AA0-2692-BA9F-681A-BE1489D85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430D-944B-45EF-835F-C600ECEA440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7E83A-ED48-FA80-466A-AA7C3030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57E37-5430-FB7A-7459-EA8291B88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D2AE-41B1-422F-A962-A0B46AAA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10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98AC9-EA5C-EC42-F877-F85D40B1D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9C010-C021-098D-C5CF-3717C42D9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4F163-B2CF-B405-DCCA-EA4B5C7D2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8C9EB-0A7B-3F8C-AB1E-CCF51AF13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430D-944B-45EF-835F-C600ECEA440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C83D3-E479-041F-C94B-323290B97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69701-76D2-7DC1-AEA6-F093DC29F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D2AE-41B1-422F-A962-A0B46AAA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526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1B71B-75B9-059E-DC71-608976C98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B7624-CF24-17B2-03F6-B8AE6BAE3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EB4E9-084B-E780-ACF8-31E1B5E0F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22C0A-3BD0-6FDB-502E-5ED87A696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18703-7DE5-1879-01EA-18E5C25AA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4C3B30-1CB3-5991-E4EB-3F138BE4F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430D-944B-45EF-835F-C600ECEA440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1436A3-94B3-B10B-37EF-E8CE5251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BFB1C2-8F1D-79AD-21C2-8F4E4E0E9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D2AE-41B1-422F-A962-A0B46AAA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197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BC694-C71F-4B9A-257E-C2C06F1E7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5D1688-7882-2169-8C43-351BEFA47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430D-944B-45EF-835F-C600ECEA440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C13411-D3D0-969D-A481-E8CFE6DE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6AE61-C27D-D497-D46B-445865243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D2AE-41B1-422F-A962-A0B46AAA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65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DAB583-5831-3435-5BED-F2AC08431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430D-944B-45EF-835F-C600ECEA440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E7CAFE-9DF1-4A98-F76A-485A31CD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E111F-00C6-F5E0-11D9-E6967985F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D2AE-41B1-422F-A962-A0B46AAA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82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1565-8428-555A-80B1-0396D3E8A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29EF9-87E1-174A-0B10-D153CCBF1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820AE-F93D-B11F-FA88-91E136EB5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A0F7B-FDF8-D817-3156-AF2E4B535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430D-944B-45EF-835F-C600ECEA440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19F11-E6D5-DC6C-481C-EE53AB192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5BE2E-3013-6291-206C-B7A303F4F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D2AE-41B1-422F-A962-A0B46AAA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746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1D696-D0AF-0D5E-7784-2C063D433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81387-83A2-F1C5-6FC7-BB0B1D717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638BF-D4BD-837D-DD38-1CDE010C3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0743C-9607-EA12-7B80-503EDEAA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430D-944B-45EF-835F-C600ECEA440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51803-C559-FD93-132E-ECB6B7BE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3CF74-43CC-A204-191C-54981E3E1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D2AE-41B1-422F-A962-A0B46AAA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74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FA5B1-DA18-71D3-B3BF-AD4B7AB78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66B3A-C5DB-9469-FBE0-8D242A7D7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6626F-5026-B0B8-6073-2A52C9E7B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430D-944B-45EF-835F-C600ECEA440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2A3F6-0C74-39FD-8668-98D05320F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0A562-0DFA-EE2C-88BD-E4B5BD6FF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D2AE-41B1-422F-A962-A0B46AAA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518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11537E-5CF6-7519-57C9-7FEAB4DC29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307B87-876D-16F6-35F1-CD37C6B2D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305C4-B6AF-1DEA-F6CE-A7982A721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430D-944B-45EF-835F-C600ECEA440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C2163-2D6B-EB66-D456-7F07136C9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37B1C-959D-C65E-7947-C2FC2933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D2AE-41B1-422F-A962-A0B46AAA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781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03DD3F-D69B-3C01-1C42-E755BE736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C49C0-5C24-6755-A191-174A0753A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DB8D5-AF8E-6D99-20EF-94056E5D4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8430D-944B-45EF-835F-C600ECEA4408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C72A3-3038-4FC6-2915-707973E14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0FF2E-A960-9AAF-A5A2-BD247001B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3D2AE-41B1-422F-A962-A0B46AAA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14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2D8483-08AA-4B94-BEB1-158ED56E9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318225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F618D1-A1D0-3205-F851-6F69020185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74867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85DC3A-FC45-3B4C-6B21-6A1C7D6579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936617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4E8D71-0155-909C-DED0-F7312F493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113095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0D9EE3-07D3-FECF-BCF8-A380B2FDDD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140086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723B3C-3C12-EF30-A1DD-8701131A8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555335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3D5F02-4C24-8BC5-11A9-741A3CCCB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428454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ED32C2-0958-9825-F086-A804C5C0F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79514"/>
            <a:ext cx="12192000" cy="6937513"/>
          </a:xfrm>
        </p:spPr>
      </p:pic>
    </p:spTree>
    <p:extLst>
      <p:ext uri="{BB962C8B-B14F-4D97-AF65-F5344CB8AC3E}">
        <p14:creationId xmlns:p14="http://schemas.microsoft.com/office/powerpoint/2010/main" val="1070670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7400E4-09AF-F85B-FE0C-ADF8513C2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27759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642C79-49C8-A717-7050-76F754775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33358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A1B8B7-F4B5-24CA-749B-100EE0090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053949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CBE8EE-8E50-6E01-46EA-5C2359EC8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909510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01B168-9D0C-B1A6-959F-12FEE81D4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637694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4E99A5-01E6-05E7-FCD3-81B8BBBB7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782111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9E39C5-DD0A-EEE5-8EA9-D3507C7F5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588136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DEB197-C163-7F2A-8B58-22997248D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900319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5F4D6B-4D14-F216-6FC9-6ECDBEB108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1999" cy="6858001"/>
          </a:xfrm>
        </p:spPr>
      </p:pic>
    </p:spTree>
    <p:extLst>
      <p:ext uri="{BB962C8B-B14F-4D97-AF65-F5344CB8AC3E}">
        <p14:creationId xmlns:p14="http://schemas.microsoft.com/office/powerpoint/2010/main" val="4241174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B4D6F8-65B0-DB7B-5B6E-39DD54224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43104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5AC93C-E23A-7A9F-20DD-4E06940EB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092855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812E63-BD9D-FD76-2990-9CEDA29305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80219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Surya Mani Verma</dc:creator>
  <cp:lastModifiedBy>Surya Mani Verma</cp:lastModifiedBy>
  <cp:revision>11</cp:revision>
  <dcterms:created xsi:type="dcterms:W3CDTF">2026-03-14T01:30:51Z</dcterms:created>
  <dcterms:modified xsi:type="dcterms:W3CDTF">2026-03-16T03:45:55Z</dcterms:modified>
</cp:coreProperties>
</file>
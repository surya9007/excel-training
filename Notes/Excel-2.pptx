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3F05C-5BF8-BD0E-887E-55DA07B7F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ACB6D-51C2-9A38-7873-38C8D139A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0E7F9-B2A2-9624-81AB-82A31237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C406E-BA28-7730-63D5-C09C45F3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3A829-9434-8694-B9F1-65F3925A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809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7BE8-4549-0275-0EEE-F38312F6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9DE4D-A5B6-B80B-5CF2-86151D060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65D53-08AE-0C8B-FA8D-8CB9C008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A70E1-EB46-7EE7-FF6C-9D5017055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E6133-B5CA-1092-AAD2-A163CE9F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188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56735-F788-967C-9A07-0F9951381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595C1-F0CD-D683-38E5-BE23698F7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70E52-8477-6652-DE7F-E6F547FB9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6F7A5-DF24-E624-7CF0-2F7977BE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EA976-36E7-C46C-2DBE-AEA3DD6B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3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A7C1A-AFA6-733D-16FA-4EB94B581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DC845-2CF0-EFA0-162B-EF5B1A6F8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221667-73F5-75B4-A938-E7DE378AE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A3CFE-8547-3FF7-D920-CF06C9B8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C49DB-9E5C-92C3-C3D0-603013F31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55D1C-EE05-6608-C0FA-EBA21A1A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96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A5A5-8FE5-FEE4-9BC6-CC19D6B09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A64AA-807D-3AD5-BAD2-11223D7A2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36968-0E85-E030-4301-7EB01B12B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A42CF8-3E61-EC32-DE8E-7B3E6C02A1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751A78-04FC-91D5-76B2-FA6D39A946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1050FA-ECB6-071B-F111-729CFDB3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A24285-0536-BD29-DF1A-169C1DCD5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91111-E556-8520-D604-D242E5C70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559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C2E0D-4041-3736-D739-36F2C73C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15612D-4D1F-12D1-D8FB-4AE1CF052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1F8B52-C284-0512-E634-8B6033564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0169-4A56-0386-C374-8E0C4DC4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76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43421-4671-66A0-DA17-D5F474E5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96AF6-C662-BE07-CD8A-16ED48FB4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EC1DB-45BA-2A14-A289-83B67B9B7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32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7824-6E5B-F472-BD99-59B8B7FDA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5E1C4-335A-E41C-D4CC-DF743C888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33C26-DC41-ABAB-D8F3-8573E66A9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73521-8220-307F-F2DB-A667A79DF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E2E25-E072-D22E-7FA1-66711757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9A6094-AFC0-0E89-01D8-79DEF8C6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7F6AA-C3AD-E91F-FEC1-C0B4B10C3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05B5BC-74D1-2C87-DEF3-C6703D60D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09809-8A1C-5808-62B8-A03FEDFA0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9618D-6825-BAFB-121D-CA4D45EE5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E75EA-A4B2-AAA8-3B2C-D07AA39CC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7CEF8-3BFD-C69F-6415-7CC52B2B8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661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D0B31-E1FF-5FCC-0766-0A4CAA4D5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1A9FA1-2229-8F9F-806E-942D48FE88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9FE22-9CA4-31C5-2736-E7458A112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F1E0C-0775-3AF2-DF1C-FCEF102C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CDBF8-5DB3-A96D-13FF-67855F84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52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CBA9FE-7BC1-FA72-198C-8F2916E21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37D09-9C2B-3893-ABE3-F6DC5C9A0A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22F2B-EA9B-8E4B-0E7B-94A66584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04753-F559-CA38-2D50-85117F57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1BDC9-6E44-74C2-3817-6F3FD8BB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88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1C6FE7-178D-27F3-40F7-2415A638C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FBA17-F2E1-978F-4EF4-6CBC48595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F4DCE-5476-20E7-ECA7-A2883FC86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2AFED-884B-4C70-8A82-CFA6D42A97BF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B46C2-ABA5-365C-2A95-66B62DE673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9D05F-0832-EFD3-D9C5-7D917AB64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FB17A-108A-48C1-8327-E3F850164A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91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73C2E0-992A-5D94-A274-476099E8C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7363" y="1900738"/>
            <a:ext cx="7697274" cy="420111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BD7EA9-DEB6-E6D3-985D-E71CEE4DE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864"/>
            <a:ext cx="12192000" cy="672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9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20674C-4247-9FD2-50E9-9464BBE03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363" y="1333207"/>
            <a:ext cx="7697274" cy="41915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23DA8-EEB6-BBFF-6EC5-EE8870411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067"/>
            <a:ext cx="12192000" cy="663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8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56C158-384D-DDA4-D122-5B068F200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179" y="2015054"/>
            <a:ext cx="7287642" cy="397247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01111A-857B-DD4F-13AF-2E3C7494A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270"/>
            <a:ext cx="12192000" cy="658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6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736D155-CD83-30CC-1AFF-40BA144E2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8120"/>
            <a:ext cx="11605260" cy="6606540"/>
          </a:xfrm>
        </p:spPr>
      </p:pic>
    </p:spTree>
    <p:extLst>
      <p:ext uri="{BB962C8B-B14F-4D97-AF65-F5344CB8AC3E}">
        <p14:creationId xmlns:p14="http://schemas.microsoft.com/office/powerpoint/2010/main" val="14965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081968B-ADB2-3A61-7672-5C37C94C9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" y="289560"/>
            <a:ext cx="11460480" cy="6568440"/>
          </a:xfrm>
        </p:spPr>
      </p:pic>
    </p:spTree>
    <p:extLst>
      <p:ext uri="{BB962C8B-B14F-4D97-AF65-F5344CB8AC3E}">
        <p14:creationId xmlns:p14="http://schemas.microsoft.com/office/powerpoint/2010/main" val="3330629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52ADA8D-B5D0-C053-43DA-1FC47748D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0960" y="457200"/>
            <a:ext cx="11612879" cy="6149340"/>
          </a:xfrm>
        </p:spPr>
      </p:pic>
    </p:spTree>
    <p:extLst>
      <p:ext uri="{BB962C8B-B14F-4D97-AF65-F5344CB8AC3E}">
        <p14:creationId xmlns:p14="http://schemas.microsoft.com/office/powerpoint/2010/main" val="1151037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DFC741E-2BCC-D05B-C21E-7C824D1CD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100" y="342900"/>
            <a:ext cx="11010900" cy="6309360"/>
          </a:xfrm>
        </p:spPr>
      </p:pic>
    </p:spTree>
    <p:extLst>
      <p:ext uri="{BB962C8B-B14F-4D97-AF65-F5344CB8AC3E}">
        <p14:creationId xmlns:p14="http://schemas.microsoft.com/office/powerpoint/2010/main" val="2666061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A2DC057-7F44-D016-4CEC-B4C4FB77F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" y="259080"/>
            <a:ext cx="11376660" cy="6385560"/>
          </a:xfrm>
        </p:spPr>
      </p:pic>
    </p:spTree>
    <p:extLst>
      <p:ext uri="{BB962C8B-B14F-4D97-AF65-F5344CB8AC3E}">
        <p14:creationId xmlns:p14="http://schemas.microsoft.com/office/powerpoint/2010/main" val="2840480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D8B4E4-BAB9-9F29-E978-5A9981942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080" y="167640"/>
            <a:ext cx="11178539" cy="6545580"/>
          </a:xfrm>
        </p:spPr>
      </p:pic>
    </p:spTree>
    <p:extLst>
      <p:ext uri="{BB962C8B-B14F-4D97-AF65-F5344CB8AC3E}">
        <p14:creationId xmlns:p14="http://schemas.microsoft.com/office/powerpoint/2010/main" val="3781498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DA8B9EB-BAF5-2045-9D06-F2D6E3AA2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561" y="381000"/>
            <a:ext cx="11338560" cy="6477000"/>
          </a:xfrm>
        </p:spPr>
      </p:pic>
    </p:spTree>
    <p:extLst>
      <p:ext uri="{BB962C8B-B14F-4D97-AF65-F5344CB8AC3E}">
        <p14:creationId xmlns:p14="http://schemas.microsoft.com/office/powerpoint/2010/main" val="392312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862679C-6A53-5BC1-6053-78FC820C4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32460"/>
            <a:ext cx="11658599" cy="6225540"/>
          </a:xfrm>
        </p:spPr>
      </p:pic>
    </p:spTree>
    <p:extLst>
      <p:ext uri="{BB962C8B-B14F-4D97-AF65-F5344CB8AC3E}">
        <p14:creationId xmlns:p14="http://schemas.microsoft.com/office/powerpoint/2010/main" val="4087326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330B0AE-0957-30A6-321B-7A15D040F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" y="533400"/>
            <a:ext cx="11049000" cy="6172200"/>
          </a:xfrm>
        </p:spPr>
      </p:pic>
    </p:spTree>
    <p:extLst>
      <p:ext uri="{BB962C8B-B14F-4D97-AF65-F5344CB8AC3E}">
        <p14:creationId xmlns:p14="http://schemas.microsoft.com/office/powerpoint/2010/main" val="2979378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4DFECC-96C9-B067-E605-9F02A84DA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20040"/>
            <a:ext cx="11315700" cy="6515100"/>
          </a:xfrm>
        </p:spPr>
      </p:pic>
    </p:spTree>
    <p:extLst>
      <p:ext uri="{BB962C8B-B14F-4D97-AF65-F5344CB8AC3E}">
        <p14:creationId xmlns:p14="http://schemas.microsoft.com/office/powerpoint/2010/main" val="239322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D17D86-61FE-20F4-4F1C-D4485CAF6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2995247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1371390-E020-430A-E774-68D10EDBC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80498"/>
            <a:ext cx="11346180" cy="6176963"/>
          </a:xfrm>
        </p:spPr>
      </p:pic>
    </p:spTree>
    <p:extLst>
      <p:ext uri="{BB962C8B-B14F-4D97-AF65-F5344CB8AC3E}">
        <p14:creationId xmlns:p14="http://schemas.microsoft.com/office/powerpoint/2010/main" val="2305338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880B0A-2382-D881-3005-3DBD437FA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29200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Surya Mani Verma</dc:creator>
  <cp:lastModifiedBy>Surya Mani Verma</cp:lastModifiedBy>
  <cp:revision>10</cp:revision>
  <dcterms:created xsi:type="dcterms:W3CDTF">2026-04-15T17:09:02Z</dcterms:created>
  <dcterms:modified xsi:type="dcterms:W3CDTF">2026-04-15T17:33:52Z</dcterms:modified>
</cp:coreProperties>
</file>